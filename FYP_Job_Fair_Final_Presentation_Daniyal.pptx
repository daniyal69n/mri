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5214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7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371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4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9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4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6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2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6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2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87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8457" y="738959"/>
            <a:ext cx="7968343" cy="3728673"/>
          </a:xfrm>
        </p:spPr>
        <p:txBody>
          <a:bodyPr>
            <a:normAutofit/>
          </a:bodyPr>
          <a:lstStyle/>
          <a:p>
            <a:r>
              <a:rPr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Volumetric Analysis of</a:t>
            </a:r>
          </a:p>
          <a:p>
            <a:r>
              <a:rPr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Constituents of Brain Soft Tissue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4362222"/>
            <a:ext cx="7543800" cy="1143000"/>
          </a:xfrm>
        </p:spPr>
        <p:txBody>
          <a:bodyPr>
            <a:normAutofit fontScale="25000" lnSpcReduction="20000"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Daniyal Ahmed Gul</a:t>
            </a:r>
          </a:p>
          <a:p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Hasan Nauma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endParaRPr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Hadia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brain tissue volumetric analysis is time-consuming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require full 3D scans and expert correction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and limited scalability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and efficient volumetric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32104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rely on 3D MRI volumes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degrades across scanners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interpretability in deep models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efficient 2D slice-based volumetric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20298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volumetric analysis using 2D MRI slices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ML + DL framework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classical features and CNN embeddings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reliable GM, WM, and CSF volume ratios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Flow</a:t>
            </a:r>
          </a:p>
        </p:txBody>
      </p:sp>
      <p:pic>
        <p:nvPicPr>
          <p:cNvPr id="10" name="Image 3">
            <a:extLst>
              <a:ext uri="{FF2B5EF4-FFF2-40B4-BE49-F238E27FC236}">
                <a16:creationId xmlns:a16="http://schemas.microsoft.com/office/drawing/2014/main" id="{C57F7898-9800-2104-510F-C7A6F161D03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38349" y="1987687"/>
            <a:ext cx="3313022" cy="3977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(3-Layer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285" y="25146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UI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Upload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82042" y="25146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ML/DL Models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Volumetric Computation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542903"/>
            <a:ext cx="2579915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673" y="1845734"/>
            <a:ext cx="8484327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tissue segmentation and volumetric estimation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Dice similarity score above 90% (based on benchmark datasets)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Significant reduction in manual segmentation effort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framework suitable for large-scale neuroimaging research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Diagrams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– Image preprocessing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ML/DL model training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CNN, Decision Tree, PCA, K-Means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MRI datasets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volumetric brain tissue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alternative to traditional 3D methods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interpretable and scalable framework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foundation for future disease-specific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</TotalTime>
  <Words>270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Times New Roman</vt:lpstr>
      <vt:lpstr>Wingdings</vt:lpstr>
      <vt:lpstr>Retrospect</vt:lpstr>
      <vt:lpstr>Investigating Volumetric Analysis of Constituents of Brain Soft Tissue</vt:lpstr>
      <vt:lpstr>Problem Overview</vt:lpstr>
      <vt:lpstr>Research Gap</vt:lpstr>
      <vt:lpstr>Proposed Solution</vt:lpstr>
      <vt:lpstr>Methodology Flow</vt:lpstr>
      <vt:lpstr>System Architecture (3-Layer Model)</vt:lpstr>
      <vt:lpstr>Expected Results</vt:lpstr>
      <vt:lpstr>System Diagrams Used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Daniyal Ahmed</cp:lastModifiedBy>
  <cp:revision>7</cp:revision>
  <dcterms:created xsi:type="dcterms:W3CDTF">2013-01-27T09:14:16Z</dcterms:created>
  <dcterms:modified xsi:type="dcterms:W3CDTF">2025-12-17T17:47:02Z</dcterms:modified>
  <cp:category/>
</cp:coreProperties>
</file>